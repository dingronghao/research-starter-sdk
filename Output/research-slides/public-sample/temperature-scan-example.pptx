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dbf929cc7f418a" /><Relationship Type="http://schemas.openxmlformats.org/officeDocument/2006/relationships/extended-properties" Target="/docProps/app.xml" Id="R2c28fa3e65d54e4e" /><Relationship Type="http://schemas.openxmlformats.org/officeDocument/2006/relationships/officeDocument" Target="/ppt/presentation.xml" Id="Rba51850553a14f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41732c0c0a4305"/>
  </p:sldMasterIdLst>
  <p:notesMasterIdLst>
    <p:notesMasterId xmlns:r="http://schemas.openxmlformats.org/officeDocument/2006/relationships" r:id="R139b9a4855d24d34"/>
  </p:notesMasterIdLst>
  <p:sldIdLst>
    <p:sldId xmlns:r="http://schemas.openxmlformats.org/officeDocument/2006/relationships" id="256" r:id="R8b022824a19f49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eef2ec3aa74d5e" /><Relationship Type="http://schemas.openxmlformats.org/officeDocument/2006/relationships/slideMaster" Target="/ppt/slideMasters/slideMaster1.xml" Id="R1841732c0c0a4305" /><Relationship Type="http://schemas.openxmlformats.org/officeDocument/2006/relationships/notesMaster" Target="/ppt/notesMasters/notesMaster1.xml" Id="R139b9a4855d24d34" /><Relationship Type="http://schemas.openxmlformats.org/officeDocument/2006/relationships/presProps" Target="/ppt/presProps.xml" Id="Ra81f7c46ed0646a9" /><Relationship Type="http://schemas.openxmlformats.org/officeDocument/2006/relationships/tableStyles" Target="/ppt/tableStyles.xml" Id="R26dffacc399d4caa" /><Relationship Type="http://schemas.openxmlformats.org/officeDocument/2006/relationships/slide" Target="/ppt/slides/slide1.xml" Id="R8b022824a19f49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5f8b15b3104d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7fc2c3e4d443ab" /><Relationship Type="http://schemas.openxmlformats.org/officeDocument/2006/relationships/notesMaster" Target="/ppt/notesMasters/notesMaster1.xml" Id="Rd15ec3bf44c249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values are synthetic and are included only to demonstrate the completed-project preview.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3a3b6117e242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eb8bbfac1e423a" /><Relationship Type="http://schemas.openxmlformats.org/officeDocument/2006/relationships/slideLayout" Target="/ppt/slideLayouts/slideLayout1.xml" Id="R0a4a311301b344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4a311301b344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f5cc4a3354e61" /><Relationship Type="http://schemas.openxmlformats.org/officeDocument/2006/relationships/notesSlide" Target="/ppt/notesSlides/notesSlide1.xml" Id="Rd6d3e3ffc2e342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AFEAD-A378-460C-8406-C55FA871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322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22A"/>
                </a:solidFill>
                <a:latin typeface="Arial"/>
                <a:ea typeface="Arial"/>
                <a:cs typeface="Arial"/>
              </a:rPr>
              <a:t>温度扫描实验示例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4C2F9-396B-45D8-B975-A14600531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102870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53B34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53B34"/>
                </a:solidFill>
                <a:latin typeface="Arial"/>
                <a:ea typeface="Arial"/>
                <a:cs typeface="Arial"/>
              </a:rPr>
              <a:t>实验目标</a:t>
            </a:r>
          </a:p>
          <a:p xmlns:a="http://schemas.openxmlformats.org/drawingml/2006/main">
            <a:pPr>
              <a:defRPr sz="1875">
                <a:solidFill>
                  <a:srgbClr val="253B34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53B34"/>
                </a:solidFill>
                <a:latin typeface="Arial"/>
                <a:ea typeface="Arial"/>
                <a:cs typeface="Arial"/>
              </a:rPr>
              <a:t>观察温度变化与归一化信号之间的关系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53B34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53B34"/>
                </a:solidFill>
                <a:latin typeface="Arial"/>
                <a:ea typeface="Arial"/>
                <a:cs typeface="Arial"/>
              </a:rPr>
              <a:t>示例数据</a:t>
            </a:r>
          </a:p>
          <a:p xmlns:a="http://schemas.openxmlformats.org/drawingml/2006/main">
            <a:pPr>
              <a:defRPr sz="1875">
                <a:solidFill>
                  <a:srgbClr val="253B34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53B34"/>
                </a:solidFill>
                <a:latin typeface="Arial"/>
                <a:ea typeface="Arial"/>
                <a:cs typeface="Arial"/>
              </a:rPr>
              <a:t>20 °C：0.41    30 °C：0.57    40 °C：0.76    50 °C：0.88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53B34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53B34"/>
                </a:solidFill>
                <a:latin typeface="Arial"/>
                <a:ea typeface="Arial"/>
                <a:cs typeface="Arial"/>
              </a:rPr>
              <a:t>说明</a:t>
            </a:r>
          </a:p>
          <a:p xmlns:a="http://schemas.openxmlformats.org/drawingml/2006/main">
            <a:pPr>
              <a:defRPr sz="1875">
                <a:solidFill>
                  <a:srgbClr val="253B34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253B34"/>
                </a:solidFill>
                <a:latin typeface="Arial"/>
                <a:ea typeface="Arial"/>
                <a:cs typeface="Arial"/>
              </a:rPr>
              <a:t>这是随软件发布的合成案例，不代表真实实验结论。</a:t>
            </a:r>
          </a:p>
        </p:txBody>
      </p:sp>
    </p:spTree>
    <p:extLst>
      <p:ext uri="{BB962C8B-B14F-4D97-AF65-F5344CB8AC3E}">
        <p14:creationId xmlns:p14="http://schemas.microsoft.com/office/powerpoint/2010/main" val="20573703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2026-09-13T02:40:07.8980000Z</dcterms:created>
  <dcterms:modified xsi:type="dcterms:W3CDTF">2026-09-13T02:40:07.8980000Z</dcterms:modified>
</coreProperties>
</file>